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959affb295434a" /><Relationship Type="http://schemas.openxmlformats.org/officeDocument/2006/relationships/extended-properties" Target="/docProps/app.xml" Id="R4d35baf83b0943ed" /><Relationship Type="http://schemas.openxmlformats.org/officeDocument/2006/relationships/officeDocument" Target="/ppt/presentation.xml" Id="R61e7723c553a4e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3c4c4ee04948a6"/>
  </p:sldMasterIdLst>
  <p:notesMasterIdLst>
    <p:notesMasterId xmlns:r="http://schemas.openxmlformats.org/officeDocument/2006/relationships" r:id="R4bc40a5ef4674ee5"/>
  </p:notesMasterIdLst>
  <p:sldIdLst>
    <p:sldId xmlns:r="http://schemas.openxmlformats.org/officeDocument/2006/relationships" id="256" r:id="Raa60bd351c9f4cc6"/>
    <p:sldId xmlns:r="http://schemas.openxmlformats.org/officeDocument/2006/relationships" id="257" r:id="R8d824d357bf74721"/>
    <p:sldId xmlns:r="http://schemas.openxmlformats.org/officeDocument/2006/relationships" id="258" r:id="Rce5fec7b01144392"/>
    <p:sldId xmlns:r="http://schemas.openxmlformats.org/officeDocument/2006/relationships" id="259" r:id="R61269c5742894745"/>
    <p:sldId xmlns:r="http://schemas.openxmlformats.org/officeDocument/2006/relationships" id="260" r:id="Rd266811c38354c01"/>
    <p:sldId xmlns:r="http://schemas.openxmlformats.org/officeDocument/2006/relationships" id="261" r:id="R4850b4a37c5d44ea"/>
    <p:sldId xmlns:r="http://schemas.openxmlformats.org/officeDocument/2006/relationships" id="262" r:id="R5dd71180cdb54075"/>
    <p:sldId xmlns:r="http://schemas.openxmlformats.org/officeDocument/2006/relationships" id="263" r:id="Rd1fa4c2792d5492c"/>
    <p:sldId xmlns:r="http://schemas.openxmlformats.org/officeDocument/2006/relationships" id="264" r:id="R98628a58c3d54e69"/>
    <p:sldId xmlns:r="http://schemas.openxmlformats.org/officeDocument/2006/relationships" id="265" r:id="R5927fd099f5742b7"/>
    <p:sldId xmlns:r="http://schemas.openxmlformats.org/officeDocument/2006/relationships" id="266" r:id="Rb278a82953de4816"/>
    <p:sldId xmlns:r="http://schemas.openxmlformats.org/officeDocument/2006/relationships" id="267" r:id="R5488adf931a14338"/>
  </p:sldIdLst>
  <p:sldSz cx="16256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49f4728ede41d5" /><Relationship Type="http://schemas.openxmlformats.org/officeDocument/2006/relationships/slideMaster" Target="/ppt/slideMasters/slideMaster1.xml" Id="R383c4c4ee04948a6" /><Relationship Type="http://schemas.openxmlformats.org/officeDocument/2006/relationships/notesMaster" Target="/ppt/notesMasters/notesMaster1.xml" Id="R4bc40a5ef4674ee5" /><Relationship Type="http://schemas.openxmlformats.org/officeDocument/2006/relationships/presProps" Target="/ppt/presProps.xml" Id="Rbe254bbfc2d54ea9" /><Relationship Type="http://schemas.openxmlformats.org/officeDocument/2006/relationships/viewProps" Target="/ppt/viewProps.xml" Id="Rc779847bf76c48be" /><Relationship Type="http://schemas.openxmlformats.org/officeDocument/2006/relationships/tableStyles" Target="/ppt/tableStyles.xml" Id="Rb930b66683bd4fa9" /><Relationship Type="http://schemas.openxmlformats.org/officeDocument/2006/relationships/slide" Target="/ppt/slides/slide1.xml" Id="Raa60bd351c9f4cc6" /><Relationship Type="http://schemas.openxmlformats.org/officeDocument/2006/relationships/slide" Target="/ppt/slides/slide2.xml" Id="R8d824d357bf74721" /><Relationship Type="http://schemas.openxmlformats.org/officeDocument/2006/relationships/slide" Target="/ppt/slides/slide3.xml" Id="Rce5fec7b01144392" /><Relationship Type="http://schemas.openxmlformats.org/officeDocument/2006/relationships/slide" Target="/ppt/slides/slide4.xml" Id="R61269c5742894745" /><Relationship Type="http://schemas.openxmlformats.org/officeDocument/2006/relationships/slide" Target="/ppt/slides/slide5.xml" Id="Rd266811c38354c01" /><Relationship Type="http://schemas.openxmlformats.org/officeDocument/2006/relationships/slide" Target="/ppt/slides/slide6.xml" Id="R4850b4a37c5d44ea" /><Relationship Type="http://schemas.openxmlformats.org/officeDocument/2006/relationships/slide" Target="/ppt/slides/slide7.xml" Id="R5dd71180cdb54075" /><Relationship Type="http://schemas.openxmlformats.org/officeDocument/2006/relationships/slide" Target="/ppt/slides/slide8.xml" Id="Rd1fa4c2792d5492c" /><Relationship Type="http://schemas.openxmlformats.org/officeDocument/2006/relationships/slide" Target="/ppt/slides/slide9.xml" Id="R98628a58c3d54e69" /><Relationship Type="http://schemas.openxmlformats.org/officeDocument/2006/relationships/slide" Target="/ppt/slides/slide10.xml" Id="R5927fd099f5742b7" /><Relationship Type="http://schemas.openxmlformats.org/officeDocument/2006/relationships/slide" Target="/ppt/slides/slide11.xml" Id="Rb278a82953de4816" /><Relationship Type="http://schemas.openxmlformats.org/officeDocument/2006/relationships/slide" Target="/ppt/slides/slide12.xml" Id="R5488adf931a143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63102312a043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3aa92fab994afb" /><Relationship Type="http://schemas.openxmlformats.org/officeDocument/2006/relationships/notesMaster" Target="/ppt/notesMasters/notesMaster1.xml" Id="Rb651be7e08664b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5ee554dc7249a1" /><Relationship Type="http://schemas.openxmlformats.org/officeDocument/2006/relationships/notesMaster" Target="/ppt/notesMasters/notesMaster1.xml" Id="R9cbab7b9438546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1b2b34cb184817" /><Relationship Type="http://schemas.openxmlformats.org/officeDocument/2006/relationships/notesMaster" Target="/ppt/notesMasters/notesMaster1.xml" Id="R83e77279f55d4f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26abeabeba40d6" /><Relationship Type="http://schemas.openxmlformats.org/officeDocument/2006/relationships/notesMaster" Target="/ppt/notesMasters/notesMaster1.xml" Id="R9ef082b6a74d44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4e44dbe1d24ba6" /><Relationship Type="http://schemas.openxmlformats.org/officeDocument/2006/relationships/notesMaster" Target="/ppt/notesMasters/notesMaster1.xml" Id="R15baa176645e46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a5b688aea247f0" /><Relationship Type="http://schemas.openxmlformats.org/officeDocument/2006/relationships/notesMaster" Target="/ppt/notesMasters/notesMaster1.xml" Id="R36ac917f5dbe43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ad74c60bd94b18" /><Relationship Type="http://schemas.openxmlformats.org/officeDocument/2006/relationships/notesMaster" Target="/ppt/notesMasters/notesMaster1.xml" Id="Rbe71408962dc44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c94de605424381" /><Relationship Type="http://schemas.openxmlformats.org/officeDocument/2006/relationships/notesMaster" Target="/ppt/notesMasters/notesMaster1.xml" Id="Ra1eed70cf5d34b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404b1a39874dd2" /><Relationship Type="http://schemas.openxmlformats.org/officeDocument/2006/relationships/notesMaster" Target="/ppt/notesMasters/notesMaster1.xml" Id="R0a76ccf2f7e44d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d2815947d94fde" /><Relationship Type="http://schemas.openxmlformats.org/officeDocument/2006/relationships/notesMaster" Target="/ppt/notesMasters/notesMaster1.xml" Id="R73a8ea83978e4e7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1fb558652d4e0a" /><Relationship Type="http://schemas.openxmlformats.org/officeDocument/2006/relationships/notesMaster" Target="/ppt/notesMasters/notesMaster1.xml" Id="R863807c632c441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dd4d0c28bb4879" /><Relationship Type="http://schemas.openxmlformats.org/officeDocument/2006/relationships/notesMaster" Target="/ppt/notesMasters/notesMaster1.xml" Id="R85f17be90ddb44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visual master: Civic_Data_and_Vendor_Accountability.pptx</a:t>
            </a:r>
          </a:p>
          <a:p xmlns:a="http://schemas.openxmlformats.org/drawingml/2006/main">
            <a:r>
              <a:t>Design-system palette: tokens/colors.css</a:t>
            </a:r>
          </a:p>
          <a:p xmlns:a="http://schemas.openxmlformats.org/drawingml/2006/main">
            <a:r>
              <a:t>Presentation guidance: guidelines/office.md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visual master: Civic_Data_and_Vendor_Accountability.pptx</a:t>
            </a:r>
          </a:p>
          <a:p xmlns:a="http://schemas.openxmlformats.org/drawingml/2006/main">
            <a:r>
              <a:t>Design-system palette: tokens/colors.css</a:t>
            </a:r>
          </a:p>
          <a:p xmlns:a="http://schemas.openxmlformats.org/drawingml/2006/main">
            <a:r>
              <a:t>Presentation guidance: guidelines/office.md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visual master: Civic_Data_and_Vendor_Accountability.pptx</a:t>
            </a:r>
          </a:p>
          <a:p xmlns:a="http://schemas.openxmlformats.org/drawingml/2006/main">
            <a:r>
              <a:t>Design-system palette: tokens/colors.css</a:t>
            </a:r>
          </a:p>
          <a:p xmlns:a="http://schemas.openxmlformats.org/drawingml/2006/main">
            <a:r>
              <a:t>Presentation guidance: guidelines/office.md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visual master: Civic_Data_and_Vendor_Accountability.pptx</a:t>
            </a:r>
          </a:p>
          <a:p xmlns:a="http://schemas.openxmlformats.org/drawingml/2006/main">
            <a:r>
              <a:t>Design-system palette: tokens/colors.css</a:t>
            </a:r>
          </a:p>
          <a:p xmlns:a="http://schemas.openxmlformats.org/drawingml/2006/main">
            <a:r>
              <a:t>Presentation guidance: guidelines/office.md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visual master: Civic_Data_and_Vendor_Accountability.pptx</a:t>
            </a:r>
          </a:p>
          <a:p xmlns:a="http://schemas.openxmlformats.org/drawingml/2006/main">
            <a:r>
              <a:t>Design-system palette: tokens/colors.css</a:t>
            </a:r>
          </a:p>
          <a:p xmlns:a="http://schemas.openxmlformats.org/drawingml/2006/main">
            <a:r>
              <a:t>Presentation guidance: guidelines/office.md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visual master: Civic_Data_and_Vendor_Accountability.pptx</a:t>
            </a:r>
          </a:p>
          <a:p xmlns:a="http://schemas.openxmlformats.org/drawingml/2006/main">
            <a:r>
              <a:t>Design-system palette: tokens/colors.css</a:t>
            </a:r>
          </a:p>
          <a:p xmlns:a="http://schemas.openxmlformats.org/drawingml/2006/main">
            <a:r>
              <a:t>Presentation guidance: guidelines/office.md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visual master: Civic_Data_and_Vendor_Accountability.pptx</a:t>
            </a:r>
          </a:p>
          <a:p xmlns:a="http://schemas.openxmlformats.org/drawingml/2006/main">
            <a:r>
              <a:t>Design-system palette: tokens/colors.css</a:t>
            </a:r>
          </a:p>
          <a:p xmlns:a="http://schemas.openxmlformats.org/drawingml/2006/main">
            <a:r>
              <a:t>Presentation guidance: guidelines/office.md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visual master: Civic_Data_and_Vendor_Accountability.pptx</a:t>
            </a:r>
          </a:p>
          <a:p xmlns:a="http://schemas.openxmlformats.org/drawingml/2006/main">
            <a:r>
              <a:t>Design-system palette: tokens/colors.css</a:t>
            </a:r>
          </a:p>
          <a:p xmlns:a="http://schemas.openxmlformats.org/drawingml/2006/main">
            <a:r>
              <a:t>Presentation guidance: guidelines/office.md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visual master: Civic_Data_and_Vendor_Accountability.pptx</a:t>
            </a:r>
          </a:p>
          <a:p xmlns:a="http://schemas.openxmlformats.org/drawingml/2006/main">
            <a:r>
              <a:t>Design-system palette: tokens/colors.css</a:t>
            </a:r>
          </a:p>
          <a:p xmlns:a="http://schemas.openxmlformats.org/drawingml/2006/main">
            <a:r>
              <a:t>Presentation guidance: guidelines/office.md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visual master: Civic_Data_and_Vendor_Accountability.pptx</a:t>
            </a:r>
          </a:p>
          <a:p xmlns:a="http://schemas.openxmlformats.org/drawingml/2006/main">
            <a:r>
              <a:t>Design-system palette: tokens/colors.css</a:t>
            </a:r>
          </a:p>
          <a:p xmlns:a="http://schemas.openxmlformats.org/drawingml/2006/main">
            <a:r>
              <a:t>Presentation guidance: guidelines/office.md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visual master: Civic_Data_and_Vendor_Accountability.pptx</a:t>
            </a:r>
          </a:p>
          <a:p xmlns:a="http://schemas.openxmlformats.org/drawingml/2006/main">
            <a:r>
              <a:t>Design-system palette: tokens/colors.css</a:t>
            </a:r>
          </a:p>
          <a:p xmlns:a="http://schemas.openxmlformats.org/drawingml/2006/main">
            <a:r>
              <a:t>Presentation guidance: guidelines/office.md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Original visual master: Civic_Data_and_Vendor_Accountability.pptx</a:t>
            </a:r>
          </a:p>
          <a:p xmlns:a="http://schemas.openxmlformats.org/drawingml/2006/main">
            <a:r>
              <a:t>Design-system palette: tokens/colors.css</a:t>
            </a:r>
          </a:p>
          <a:p xmlns:a="http://schemas.openxmlformats.org/drawingml/2006/main">
            <a:r>
              <a:t>Presentation guidance: guidelines/office.md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dec211634b4d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67c1a00fcf46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21153e2c6c4fb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d3a35c4512402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ac18872dff43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8b5e7341d349f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a9546421b942e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dbbf031f514c5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226b85e232431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cfbaa30e484ef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7789ed711e4c7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2E20FF-BD47-4D98-91EC-9B9A3CE95CB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8C4D13A-9249-4259-9184-901E64188E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4AE044-6543-49FB-9A72-B6EED44F82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1271A11-5E94-4407-A730-7B3E1EFDC2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8119883-21EF-4C2B-9320-829432CA7C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D56E21-21BE-43C4-9B13-E2B202E9D3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A77661-CE37-4599-8167-293C8C26328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06D937-A4F0-4605-8E3C-A9D78388D0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A409F79-8D43-46BA-AD0A-B668436238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234E81-A3DE-4185-9F15-BED42CD141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AFE262-447D-446C-A79C-4EFD302C1C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F89E2EF-6E0C-4291-AF0F-7A6E5D881C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E43A02-6E17-4A84-BF0A-B501409F6A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DBB3A59-DB76-40A9-B821-2B63361D54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E71FA27-7B5A-4C0C-9195-773165E052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AF769D-44D6-4F65-9470-4D3F0D1946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7B5B62F-8676-4FD3-A1FA-5BB3CB3051B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6FCF8CB-9E4F-42B2-8F76-3B5115CF071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A64A093-356C-4C6D-994D-18C0B6B6A3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D27E0EC-DC4E-4449-8712-AAB037164B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5664298-BAF8-46FF-B2DD-66A70CAAF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C82B2A-802C-46BF-9C70-C4BB039878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D7C8C9-840B-41FD-AFAD-D09B77B6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E37E42E-69B5-43EC-817A-C2ECCBDE477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B94F269-E791-4097-8040-7FEFA1C2580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EF6698A-0F50-4B17-8A41-B92696A05B3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A44BEE5-9E35-42A2-B6C6-CFA8317FDC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32A1A17-267C-46AB-B990-DDF6C27451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B2D4F3B9-F3D7-43BE-A411-F083D9C7F1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41CAEA-2338-4201-A6F4-D071E1E6F8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CAF0C72-C573-4AD9-B903-9C9FB63939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206BAB0-B1D4-4228-A8A9-F54C409B03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A19E84D-9E90-4DCF-A0F4-B90D9DC0D7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9BDD859-5156-4508-8A7E-0830A5428D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3A41D36-D6D8-405E-A448-ED6CA78A5C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56DC48C-2BE2-4625-927E-0F345E224E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5AC9B7C-FEDB-41FC-BFE9-50D0FFDE36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A581DDE-1826-46CC-B731-A611D8144A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FB62F6F-A3F1-4C35-B7E2-F3834C96C0C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48D95F0-4343-448B-83AD-E8CA89F611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91B2536-9161-4B09-AAD8-81399592A5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C61257A-A9AD-402A-8EEC-7CC91CBC91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CCD9AD-75D9-47C6-A554-D6F8F05C80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00D4CDE-EC84-48AE-8F5C-416179160C0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6B8A3B9-DAA9-4315-A76C-FFA9469B98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E46E909-2EE0-4086-8E63-859E562BC5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5A22407-8CB3-47A8-8E3C-AEF8369C9A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BAEBFAC-CF69-443F-B8E0-AD0A967BFF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2923E7-2469-4FA7-9532-7D1038053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7FD5C81-F508-4908-BEE8-F6BBB323A9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FE64532-03B7-4AAB-AAA9-DDB918C0C6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81D460C-2C0B-4B21-AE77-F2063FA508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6D516B-1E6C-4C14-B1A5-A4AF957823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23B98CC-83C1-4D13-A374-1B5844CC15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DD08BE-1D5C-4363-88A7-9E6ADE5D9C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8886E9D-7DED-4BE9-B255-858D9B485E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63921A-797A-4EE4-A282-2E77A79AC0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2C4CD48-5890-4D9F-9E08-751784D05C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125bfa41324f43" /><Relationship Type="http://schemas.openxmlformats.org/officeDocument/2006/relationships/slideLayout" Target="/ppt/slideLayouts/slideLayout1.xml" Id="R55ec8e45e936429f" /><Relationship Type="http://schemas.openxmlformats.org/officeDocument/2006/relationships/slideLayout" Target="/ppt/slideLayouts/slideLayout2.xml" Id="Re9df05ee71354ccc" /><Relationship Type="http://schemas.openxmlformats.org/officeDocument/2006/relationships/slideLayout" Target="/ppt/slideLayouts/slideLayout3.xml" Id="R066b6085bb914887" /><Relationship Type="http://schemas.openxmlformats.org/officeDocument/2006/relationships/slideLayout" Target="/ppt/slideLayouts/slideLayout4.xml" Id="R9a2e8b33804944b3" /><Relationship Type="http://schemas.openxmlformats.org/officeDocument/2006/relationships/slideLayout" Target="/ppt/slideLayouts/slideLayout5.xml" Id="Ra92b90d28ac44ce5" /><Relationship Type="http://schemas.openxmlformats.org/officeDocument/2006/relationships/slideLayout" Target="/ppt/slideLayouts/slideLayout6.xml" Id="Rebe19626b27640e8" /><Relationship Type="http://schemas.openxmlformats.org/officeDocument/2006/relationships/slideLayout" Target="/ppt/slideLayouts/slideLayout7.xml" Id="R5137e1fef3fa42f1" /><Relationship Type="http://schemas.openxmlformats.org/officeDocument/2006/relationships/slideLayout" Target="/ppt/slideLayouts/slideLayout8.xml" Id="Rc6bb83299c894944" /><Relationship Type="http://schemas.openxmlformats.org/officeDocument/2006/relationships/slideLayout" Target="/ppt/slideLayouts/slideLayout9.xml" Id="R8c9287970e9a4fc5" /><Relationship Type="http://schemas.openxmlformats.org/officeDocument/2006/relationships/slideLayout" Target="/ppt/slideLayouts/slideLayout10.xml" Id="R0e208f01849d4221" /><Relationship Type="http://schemas.openxmlformats.org/officeDocument/2006/relationships/slideLayout" Target="/ppt/slideLayouts/slideLayout11.xml" Id="R9cb5f92f59754db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61E900C-2540-458F-9903-DCA34458DA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97C0015-479E-4BFB-B08D-C8945E6F44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9CC9B4D-4B5F-4DE6-8C09-02D4F1428B3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D6A7AC7-7823-414A-AE34-6F39DF07F09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EB91836-19E3-45AF-A279-E15E7B13C10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ec8e45e936429f"/>
    <p:sldLayoutId xmlns:r="http://schemas.openxmlformats.org/officeDocument/2006/relationships" id="2147483650" r:id="Re9df05ee71354ccc"/>
    <p:sldLayoutId xmlns:r="http://schemas.openxmlformats.org/officeDocument/2006/relationships" id="2147483651" r:id="R066b6085bb914887"/>
    <p:sldLayoutId xmlns:r="http://schemas.openxmlformats.org/officeDocument/2006/relationships" id="2147483652" r:id="R9a2e8b33804944b3"/>
    <p:sldLayoutId xmlns:r="http://schemas.openxmlformats.org/officeDocument/2006/relationships" id="2147483653" r:id="Ra92b90d28ac44ce5"/>
    <p:sldLayoutId xmlns:r="http://schemas.openxmlformats.org/officeDocument/2006/relationships" id="2147483654" r:id="Rebe19626b27640e8"/>
    <p:sldLayoutId xmlns:r="http://schemas.openxmlformats.org/officeDocument/2006/relationships" id="2147483655" r:id="R5137e1fef3fa42f1"/>
    <p:sldLayoutId xmlns:r="http://schemas.openxmlformats.org/officeDocument/2006/relationships" id="2147483656" r:id="Rc6bb83299c894944"/>
    <p:sldLayoutId xmlns:r="http://schemas.openxmlformats.org/officeDocument/2006/relationships" id="2147483657" r:id="R8c9287970e9a4fc5"/>
    <p:sldLayoutId xmlns:r="http://schemas.openxmlformats.org/officeDocument/2006/relationships" id="2147483658" r:id="R0e208f01849d4221"/>
    <p:sldLayoutId xmlns:r="http://schemas.openxmlformats.org/officeDocument/2006/relationships" id="2147483659" r:id="R9cb5f92f59754db7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becd0b5ed74e40" /><Relationship Type="http://schemas.openxmlformats.org/officeDocument/2006/relationships/image" Target="/ppt/media/image.png" Id="R53331545cef44b77" /><Relationship Type="http://schemas.openxmlformats.org/officeDocument/2006/relationships/notesSlide" Target="/ppt/notesSlides/notesSlide1.xml" Id="Rafdb32d09f2149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46efc0309642be" /><Relationship Type="http://schemas.openxmlformats.org/officeDocument/2006/relationships/image" Target="/ppt/media/image2.png" Id="R782b161fb7104a10" /><Relationship Type="http://schemas.openxmlformats.org/officeDocument/2006/relationships/notesSlide" Target="/ppt/notesSlides/notesSlide2.xml" Id="R4aa07134f6bd4f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15616530b04147" /><Relationship Type="http://schemas.openxmlformats.org/officeDocument/2006/relationships/image" Target="/ppt/media/image3.png" Id="R4bddd0fcc44e4253" /><Relationship Type="http://schemas.openxmlformats.org/officeDocument/2006/relationships/notesSlide" Target="/ppt/notesSlides/notesSlide3.xml" Id="R985a8a4dcb1b4c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b37b144aac4191" /><Relationship Type="http://schemas.openxmlformats.org/officeDocument/2006/relationships/image" Target="/ppt/media/image4.png" Id="Red3bfe0862aa44b0" /><Relationship Type="http://schemas.openxmlformats.org/officeDocument/2006/relationships/notesSlide" Target="/ppt/notesSlides/notesSlide4.xml" Id="R404fee978f6f49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4fc5c17a9fb42cf" /><Relationship Type="http://schemas.openxmlformats.org/officeDocument/2006/relationships/image" Target="/ppt/media/image5.png" Id="Rceccd666b095469c" /><Relationship Type="http://schemas.openxmlformats.org/officeDocument/2006/relationships/notesSlide" Target="/ppt/notesSlides/notesSlide5.xml" Id="R7e92a7e3a97140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8bb37070c0d470f" /><Relationship Type="http://schemas.openxmlformats.org/officeDocument/2006/relationships/image" Target="/ppt/media/image6.png" Id="Ra892859665284a34" /><Relationship Type="http://schemas.openxmlformats.org/officeDocument/2006/relationships/notesSlide" Target="/ppt/notesSlides/notesSlide6.xml" Id="R2455ab1f766542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c5f4c1e5e14e44" /><Relationship Type="http://schemas.openxmlformats.org/officeDocument/2006/relationships/image" Target="/ppt/media/image7.png" Id="R2a1da0a766cd467a" /><Relationship Type="http://schemas.openxmlformats.org/officeDocument/2006/relationships/notesSlide" Target="/ppt/notesSlides/notesSlide7.xml" Id="Rb517174e6a3142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53d3cf3da24e70" /><Relationship Type="http://schemas.openxmlformats.org/officeDocument/2006/relationships/image" Target="/ppt/media/image8.png" Id="R089e580bc29b48b1" /><Relationship Type="http://schemas.openxmlformats.org/officeDocument/2006/relationships/notesSlide" Target="/ppt/notesSlides/notesSlide8.xml" Id="R4c6926f120974b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f6e445d244405f" /><Relationship Type="http://schemas.openxmlformats.org/officeDocument/2006/relationships/image" Target="/ppt/media/image9.png" Id="Rb881e81ce291429a" /><Relationship Type="http://schemas.openxmlformats.org/officeDocument/2006/relationships/notesSlide" Target="/ppt/notesSlides/notesSlide9.xml" Id="Rf15e653c408643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f8a15d8a1f41dd" /><Relationship Type="http://schemas.openxmlformats.org/officeDocument/2006/relationships/image" Target="/ppt/media/image10.png" Id="Refad605ef5594c00" /><Relationship Type="http://schemas.openxmlformats.org/officeDocument/2006/relationships/notesSlide" Target="/ppt/notesSlides/notesSlide10.xml" Id="R3e889104cd434e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0ad97f44bf45f4" /><Relationship Type="http://schemas.openxmlformats.org/officeDocument/2006/relationships/image" Target="/ppt/media/image11.png" Id="R64b0b0c2f0e24f0e" /><Relationship Type="http://schemas.openxmlformats.org/officeDocument/2006/relationships/notesSlide" Target="/ppt/notesSlides/notesSlide11.xml" Id="R1b54232422c64c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1efb99ee6174be2" /><Relationship Type="http://schemas.openxmlformats.org/officeDocument/2006/relationships/image" Target="/ppt/media/image12.png" Id="R00c3aa7584984644" /><Relationship Type="http://schemas.openxmlformats.org/officeDocument/2006/relationships/notesSlide" Target="/ppt/notesSlides/notesSlide12.xml" Id="R591b14c7a6da4ff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31545cef44b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100"/>
            <a:ext cx="16256000" cy="9067800"/>
          </a:xfrm>
          <a:prstGeom xmlns:a="http://schemas.openxmlformats.org/drawingml/2006/main" prst="rect">
            <a:avLst/>
          </a:prstGeom>
        </p:spPr>
      </p:pic>
      <p:sp>
        <p:nvSpPr>
          <p:cNvPr id="2" name="Editorial hairline frame">
            <a:extLst xmlns:a="http://schemas.openxmlformats.org/drawingml/2006/main">
              <a:ext uri="{FF2B5EF4-FFF2-40B4-BE49-F238E27FC236}">
                <a16:creationId xmlns:a16="http://schemas.microsoft.com/office/drawing/2014/main" id="{794D9BFC-A02E-4568-8A1E-BCB47B7A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5913132" cy="880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171C">
                <a:alpha val="42000"/>
              </a:srgbClr>
            </a:solidFill>
            <a:prstDash val="solid"/>
          </a:ln>
        </p:spPr>
      </p:sp>
      <p:sp>
        <p:nvSpPr>
          <p:cNvPr id="3" name="Operations accent">
            <a:extLst xmlns:a="http://schemas.openxmlformats.org/drawingml/2006/main">
              <a:ext uri="{FF2B5EF4-FFF2-40B4-BE49-F238E27FC236}">
                <a16:creationId xmlns:a16="http://schemas.microsoft.com/office/drawing/2014/main" id="{AE1BB6A5-88B4-4215-8149-B674E318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8896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ystems accent">
            <a:extLst xmlns:a="http://schemas.openxmlformats.org/drawingml/2006/main">
              <a:ext uri="{FF2B5EF4-FFF2-40B4-BE49-F238E27FC236}">
                <a16:creationId xmlns:a16="http://schemas.microsoft.com/office/drawing/2014/main" id="{BD3C8F82-3FC6-421B-8A8B-1435C4DB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8896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3391002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b161fb7104a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100"/>
            <a:ext cx="16256000" cy="9067800"/>
          </a:xfrm>
          <a:prstGeom xmlns:a="http://schemas.openxmlformats.org/drawingml/2006/main" prst="rect">
            <a:avLst/>
          </a:prstGeom>
        </p:spPr>
      </p:pic>
      <p:sp>
        <p:nvSpPr>
          <p:cNvPr id="2" name="Design system paper wash">
            <a:extLst xmlns:a="http://schemas.openxmlformats.org/drawingml/2006/main">
              <a:ext uri="{FF2B5EF4-FFF2-40B4-BE49-F238E27FC236}">
                <a16:creationId xmlns:a16="http://schemas.microsoft.com/office/drawing/2014/main" id="{FE4A2D35-923E-413F-98AF-4CA99E60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32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ditorial hairline frame">
            <a:extLst xmlns:a="http://schemas.openxmlformats.org/drawingml/2006/main">
              <a:ext uri="{FF2B5EF4-FFF2-40B4-BE49-F238E27FC236}">
                <a16:creationId xmlns:a16="http://schemas.microsoft.com/office/drawing/2014/main" id="{1DCC60A4-69BE-4F78-817A-96AE593E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5913132" cy="880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171C">
                <a:alpha val="42000"/>
              </a:srgbClr>
            </a:solidFill>
            <a:prstDash val="solid"/>
          </a:ln>
        </p:spPr>
      </p:sp>
      <p:sp>
        <p:nvSpPr>
          <p:cNvPr id="4" name="Operations accent">
            <a:extLst xmlns:a="http://schemas.openxmlformats.org/drawingml/2006/main">
              <a:ext uri="{FF2B5EF4-FFF2-40B4-BE49-F238E27FC236}">
                <a16:creationId xmlns:a16="http://schemas.microsoft.com/office/drawing/2014/main" id="{A5CFB459-7F99-4B43-97C6-1DE4F0E9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8896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ystems accent">
            <a:extLst xmlns:a="http://schemas.openxmlformats.org/drawingml/2006/main">
              <a:ext uri="{FF2B5EF4-FFF2-40B4-BE49-F238E27FC236}">
                <a16:creationId xmlns:a16="http://schemas.microsoft.com/office/drawing/2014/main" id="{884BDBEE-02BA-48B5-ADDA-573E3788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8896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363360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ddd0fcc44e42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100"/>
            <a:ext cx="16256000" cy="9067800"/>
          </a:xfrm>
          <a:prstGeom xmlns:a="http://schemas.openxmlformats.org/drawingml/2006/main" prst="rect">
            <a:avLst/>
          </a:prstGeom>
        </p:spPr>
      </p:pic>
      <p:sp>
        <p:nvSpPr>
          <p:cNvPr id="2" name="Design system paper wash">
            <a:extLst xmlns:a="http://schemas.openxmlformats.org/drawingml/2006/main">
              <a:ext uri="{FF2B5EF4-FFF2-40B4-BE49-F238E27FC236}">
                <a16:creationId xmlns:a16="http://schemas.microsoft.com/office/drawing/2014/main" id="{9C7B347B-C1CF-4A27-8844-7E95AF08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32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ditorial hairline frame">
            <a:extLst xmlns:a="http://schemas.openxmlformats.org/drawingml/2006/main">
              <a:ext uri="{FF2B5EF4-FFF2-40B4-BE49-F238E27FC236}">
                <a16:creationId xmlns:a16="http://schemas.microsoft.com/office/drawing/2014/main" id="{2459965B-BE90-4E4B-9105-D8989D0E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5913132" cy="880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171C">
                <a:alpha val="42000"/>
              </a:srgbClr>
            </a:solidFill>
            <a:prstDash val="solid"/>
          </a:ln>
        </p:spPr>
      </p:sp>
      <p:sp>
        <p:nvSpPr>
          <p:cNvPr id="4" name="Operations accent">
            <a:extLst xmlns:a="http://schemas.openxmlformats.org/drawingml/2006/main">
              <a:ext uri="{FF2B5EF4-FFF2-40B4-BE49-F238E27FC236}">
                <a16:creationId xmlns:a16="http://schemas.microsoft.com/office/drawing/2014/main" id="{9AD9D8AC-9BD1-41D6-8FE5-926332A5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8896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ystems accent">
            <a:extLst xmlns:a="http://schemas.openxmlformats.org/drawingml/2006/main">
              <a:ext uri="{FF2B5EF4-FFF2-40B4-BE49-F238E27FC236}">
                <a16:creationId xmlns:a16="http://schemas.microsoft.com/office/drawing/2014/main" id="{6EA1754C-EC09-4434-9AD3-B8D4FD78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8896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66832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bfe0862aa44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100"/>
            <a:ext cx="16256000" cy="9067800"/>
          </a:xfrm>
          <a:prstGeom xmlns:a="http://schemas.openxmlformats.org/drawingml/2006/main" prst="rect">
            <a:avLst/>
          </a:prstGeom>
        </p:spPr>
      </p:pic>
      <p:sp>
        <p:nvSpPr>
          <p:cNvPr id="2" name="Design system paper wash">
            <a:extLst xmlns:a="http://schemas.openxmlformats.org/drawingml/2006/main">
              <a:ext uri="{FF2B5EF4-FFF2-40B4-BE49-F238E27FC236}">
                <a16:creationId xmlns:a16="http://schemas.microsoft.com/office/drawing/2014/main" id="{6989E61C-61E9-4E2D-8930-8C3B2687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32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ditorial hairline frame">
            <a:extLst xmlns:a="http://schemas.openxmlformats.org/drawingml/2006/main">
              <a:ext uri="{FF2B5EF4-FFF2-40B4-BE49-F238E27FC236}">
                <a16:creationId xmlns:a16="http://schemas.microsoft.com/office/drawing/2014/main" id="{D846971D-C6AD-4A9E-A6B5-6DB2C4C4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5913132" cy="880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171C">
                <a:alpha val="42000"/>
              </a:srgbClr>
            </a:solidFill>
            <a:prstDash val="solid"/>
          </a:ln>
        </p:spPr>
      </p:sp>
      <p:sp>
        <p:nvSpPr>
          <p:cNvPr id="4" name="Operations accent">
            <a:extLst xmlns:a="http://schemas.openxmlformats.org/drawingml/2006/main">
              <a:ext uri="{FF2B5EF4-FFF2-40B4-BE49-F238E27FC236}">
                <a16:creationId xmlns:a16="http://schemas.microsoft.com/office/drawing/2014/main" id="{5C7B6DCE-F300-4C17-B366-3468764F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8896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ystems accent">
            <a:extLst xmlns:a="http://schemas.openxmlformats.org/drawingml/2006/main">
              <a:ext uri="{FF2B5EF4-FFF2-40B4-BE49-F238E27FC236}">
                <a16:creationId xmlns:a16="http://schemas.microsoft.com/office/drawing/2014/main" id="{091CB95E-FE8E-46E1-8DB2-928E9752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8896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12381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cd666b09546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100"/>
            <a:ext cx="16256000" cy="9067800"/>
          </a:xfrm>
          <a:prstGeom xmlns:a="http://schemas.openxmlformats.org/drawingml/2006/main" prst="rect">
            <a:avLst/>
          </a:prstGeom>
        </p:spPr>
      </p:pic>
      <p:sp>
        <p:nvSpPr>
          <p:cNvPr id="2" name="Design system paper wash">
            <a:extLst xmlns:a="http://schemas.openxmlformats.org/drawingml/2006/main">
              <a:ext uri="{FF2B5EF4-FFF2-40B4-BE49-F238E27FC236}">
                <a16:creationId xmlns:a16="http://schemas.microsoft.com/office/drawing/2014/main" id="{F0D31742-85BE-4CB3-B0B6-77004205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32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ditorial hairline frame">
            <a:extLst xmlns:a="http://schemas.openxmlformats.org/drawingml/2006/main">
              <a:ext uri="{FF2B5EF4-FFF2-40B4-BE49-F238E27FC236}">
                <a16:creationId xmlns:a16="http://schemas.microsoft.com/office/drawing/2014/main" id="{3447D486-0E28-47ED-B58C-C52890CD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5913132" cy="880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171C">
                <a:alpha val="42000"/>
              </a:srgbClr>
            </a:solidFill>
            <a:prstDash val="solid"/>
          </a:ln>
        </p:spPr>
      </p:sp>
      <p:sp>
        <p:nvSpPr>
          <p:cNvPr id="4" name="Operations accent">
            <a:extLst xmlns:a="http://schemas.openxmlformats.org/drawingml/2006/main">
              <a:ext uri="{FF2B5EF4-FFF2-40B4-BE49-F238E27FC236}">
                <a16:creationId xmlns:a16="http://schemas.microsoft.com/office/drawing/2014/main" id="{3FAAA9B2-44E1-4437-9DB0-EEC5E96C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8896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ystems accent">
            <a:extLst xmlns:a="http://schemas.openxmlformats.org/drawingml/2006/main">
              <a:ext uri="{FF2B5EF4-FFF2-40B4-BE49-F238E27FC236}">
                <a16:creationId xmlns:a16="http://schemas.microsoft.com/office/drawing/2014/main" id="{44E635EB-0E09-45F9-B824-6AB0EC1F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8896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755122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2859665284a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100"/>
            <a:ext cx="16256000" cy="9067800"/>
          </a:xfrm>
          <a:prstGeom xmlns:a="http://schemas.openxmlformats.org/drawingml/2006/main" prst="rect">
            <a:avLst/>
          </a:prstGeom>
        </p:spPr>
      </p:pic>
      <p:sp>
        <p:nvSpPr>
          <p:cNvPr id="2" name="Design system paper wash">
            <a:extLst xmlns:a="http://schemas.openxmlformats.org/drawingml/2006/main">
              <a:ext uri="{FF2B5EF4-FFF2-40B4-BE49-F238E27FC236}">
                <a16:creationId xmlns:a16="http://schemas.microsoft.com/office/drawing/2014/main" id="{393A1D47-55E5-4F5C-8F19-DF3ACB99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32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ditorial hairline frame">
            <a:extLst xmlns:a="http://schemas.openxmlformats.org/drawingml/2006/main">
              <a:ext uri="{FF2B5EF4-FFF2-40B4-BE49-F238E27FC236}">
                <a16:creationId xmlns:a16="http://schemas.microsoft.com/office/drawing/2014/main" id="{EDB4E622-09EC-4FF0-AC65-DCE75982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5913132" cy="880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171C">
                <a:alpha val="42000"/>
              </a:srgbClr>
            </a:solidFill>
            <a:prstDash val="solid"/>
          </a:ln>
        </p:spPr>
      </p:sp>
      <p:sp>
        <p:nvSpPr>
          <p:cNvPr id="4" name="Operations accent">
            <a:extLst xmlns:a="http://schemas.openxmlformats.org/drawingml/2006/main">
              <a:ext uri="{FF2B5EF4-FFF2-40B4-BE49-F238E27FC236}">
                <a16:creationId xmlns:a16="http://schemas.microsoft.com/office/drawing/2014/main" id="{BBC398DF-1D52-471C-84CB-DC3D14C5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8896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ystems accent">
            <a:extLst xmlns:a="http://schemas.openxmlformats.org/drawingml/2006/main">
              <a:ext uri="{FF2B5EF4-FFF2-40B4-BE49-F238E27FC236}">
                <a16:creationId xmlns:a16="http://schemas.microsoft.com/office/drawing/2014/main" id="{1481B4F6-A29C-44DB-B877-3F80DEED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8896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20743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1da0a766cd46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100"/>
            <a:ext cx="16256000" cy="9067800"/>
          </a:xfrm>
          <a:prstGeom xmlns:a="http://schemas.openxmlformats.org/drawingml/2006/main" prst="rect">
            <a:avLst/>
          </a:prstGeom>
        </p:spPr>
      </p:pic>
      <p:sp>
        <p:nvSpPr>
          <p:cNvPr id="2" name="Design system paper wash">
            <a:extLst xmlns:a="http://schemas.openxmlformats.org/drawingml/2006/main">
              <a:ext uri="{FF2B5EF4-FFF2-40B4-BE49-F238E27FC236}">
                <a16:creationId xmlns:a16="http://schemas.microsoft.com/office/drawing/2014/main" id="{B4C319A5-14EC-4E47-80E3-2A0C7808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32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ditorial hairline frame">
            <a:extLst xmlns:a="http://schemas.openxmlformats.org/drawingml/2006/main">
              <a:ext uri="{FF2B5EF4-FFF2-40B4-BE49-F238E27FC236}">
                <a16:creationId xmlns:a16="http://schemas.microsoft.com/office/drawing/2014/main" id="{769F8F11-44D6-4841-8FA6-753D3EE6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5913132" cy="880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171C">
                <a:alpha val="42000"/>
              </a:srgbClr>
            </a:solidFill>
            <a:prstDash val="solid"/>
          </a:ln>
        </p:spPr>
      </p:sp>
      <p:sp>
        <p:nvSpPr>
          <p:cNvPr id="4" name="Operations accent">
            <a:extLst xmlns:a="http://schemas.openxmlformats.org/drawingml/2006/main">
              <a:ext uri="{FF2B5EF4-FFF2-40B4-BE49-F238E27FC236}">
                <a16:creationId xmlns:a16="http://schemas.microsoft.com/office/drawing/2014/main" id="{DB67D666-57A8-41B6-9E4D-30734703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8896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ystems accent">
            <a:extLst xmlns:a="http://schemas.openxmlformats.org/drawingml/2006/main">
              <a:ext uri="{FF2B5EF4-FFF2-40B4-BE49-F238E27FC236}">
                <a16:creationId xmlns:a16="http://schemas.microsoft.com/office/drawing/2014/main" id="{F9BA8DA7-6BCD-46A1-A333-4AA9B2C8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8896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7318641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e580bc29b48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100"/>
            <a:ext cx="16256000" cy="9067800"/>
          </a:xfrm>
          <a:prstGeom xmlns:a="http://schemas.openxmlformats.org/drawingml/2006/main" prst="rect">
            <a:avLst/>
          </a:prstGeom>
        </p:spPr>
      </p:pic>
      <p:sp>
        <p:nvSpPr>
          <p:cNvPr id="2" name="Design system paper wash">
            <a:extLst xmlns:a="http://schemas.openxmlformats.org/drawingml/2006/main">
              <a:ext uri="{FF2B5EF4-FFF2-40B4-BE49-F238E27FC236}">
                <a16:creationId xmlns:a16="http://schemas.microsoft.com/office/drawing/2014/main" id="{DD1784A6-88C4-4517-9C2A-797E07F5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32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ditorial hairline frame">
            <a:extLst xmlns:a="http://schemas.openxmlformats.org/drawingml/2006/main">
              <a:ext uri="{FF2B5EF4-FFF2-40B4-BE49-F238E27FC236}">
                <a16:creationId xmlns:a16="http://schemas.microsoft.com/office/drawing/2014/main" id="{D362E6BD-2F92-4A1A-AE98-E0807181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5913132" cy="880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171C">
                <a:alpha val="42000"/>
              </a:srgbClr>
            </a:solidFill>
            <a:prstDash val="solid"/>
          </a:ln>
        </p:spPr>
      </p:sp>
      <p:sp>
        <p:nvSpPr>
          <p:cNvPr id="4" name="Operations accent">
            <a:extLst xmlns:a="http://schemas.openxmlformats.org/drawingml/2006/main">
              <a:ext uri="{FF2B5EF4-FFF2-40B4-BE49-F238E27FC236}">
                <a16:creationId xmlns:a16="http://schemas.microsoft.com/office/drawing/2014/main" id="{8E2BFFB5-0B35-45A2-9628-340F4D9A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8896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ystems accent">
            <a:extLst xmlns:a="http://schemas.openxmlformats.org/drawingml/2006/main">
              <a:ext uri="{FF2B5EF4-FFF2-40B4-BE49-F238E27FC236}">
                <a16:creationId xmlns:a16="http://schemas.microsoft.com/office/drawing/2014/main" id="{B6CAA0FA-0D27-4BBC-B3EF-E101905A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8896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5094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1e81ce29142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100"/>
            <a:ext cx="16256000" cy="9067800"/>
          </a:xfrm>
          <a:prstGeom xmlns:a="http://schemas.openxmlformats.org/drawingml/2006/main" prst="rect">
            <a:avLst/>
          </a:prstGeom>
        </p:spPr>
      </p:pic>
      <p:sp>
        <p:nvSpPr>
          <p:cNvPr id="2" name="Design system paper wash">
            <a:extLst xmlns:a="http://schemas.openxmlformats.org/drawingml/2006/main">
              <a:ext uri="{FF2B5EF4-FFF2-40B4-BE49-F238E27FC236}">
                <a16:creationId xmlns:a16="http://schemas.microsoft.com/office/drawing/2014/main" id="{ADD93908-B103-4F3B-BE6D-46A6E0D3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32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ditorial hairline frame">
            <a:extLst xmlns:a="http://schemas.openxmlformats.org/drawingml/2006/main">
              <a:ext uri="{FF2B5EF4-FFF2-40B4-BE49-F238E27FC236}">
                <a16:creationId xmlns:a16="http://schemas.microsoft.com/office/drawing/2014/main" id="{731B2B1F-A203-405E-B55B-120C15F2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5913132" cy="880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171C">
                <a:alpha val="42000"/>
              </a:srgbClr>
            </a:solidFill>
            <a:prstDash val="solid"/>
          </a:ln>
        </p:spPr>
      </p:sp>
      <p:sp>
        <p:nvSpPr>
          <p:cNvPr id="4" name="Operations accent">
            <a:extLst xmlns:a="http://schemas.openxmlformats.org/drawingml/2006/main">
              <a:ext uri="{FF2B5EF4-FFF2-40B4-BE49-F238E27FC236}">
                <a16:creationId xmlns:a16="http://schemas.microsoft.com/office/drawing/2014/main" id="{421857E9-1672-41A4-B3EF-0B9AADC7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8896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ystems accent">
            <a:extLst xmlns:a="http://schemas.openxmlformats.org/drawingml/2006/main">
              <a:ext uri="{FF2B5EF4-FFF2-40B4-BE49-F238E27FC236}">
                <a16:creationId xmlns:a16="http://schemas.microsoft.com/office/drawing/2014/main" id="{309DDED1-D6B0-409F-B2AF-9086E69F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8896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26645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d605ef5594c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100"/>
            <a:ext cx="16256000" cy="9067800"/>
          </a:xfrm>
          <a:prstGeom xmlns:a="http://schemas.openxmlformats.org/drawingml/2006/main" prst="rect">
            <a:avLst/>
          </a:prstGeom>
        </p:spPr>
      </p:pic>
      <p:sp>
        <p:nvSpPr>
          <p:cNvPr id="2" name="Design system paper wash">
            <a:extLst xmlns:a="http://schemas.openxmlformats.org/drawingml/2006/main">
              <a:ext uri="{FF2B5EF4-FFF2-40B4-BE49-F238E27FC236}">
                <a16:creationId xmlns:a16="http://schemas.microsoft.com/office/drawing/2014/main" id="{A3F8A84B-B852-4DC3-B263-8BF050E2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32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ditorial hairline frame">
            <a:extLst xmlns:a="http://schemas.openxmlformats.org/drawingml/2006/main">
              <a:ext uri="{FF2B5EF4-FFF2-40B4-BE49-F238E27FC236}">
                <a16:creationId xmlns:a16="http://schemas.microsoft.com/office/drawing/2014/main" id="{FE22618D-F846-4C91-B745-BF755AD7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5913132" cy="880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171C">
                <a:alpha val="42000"/>
              </a:srgbClr>
            </a:solidFill>
            <a:prstDash val="solid"/>
          </a:ln>
        </p:spPr>
      </p:sp>
      <p:sp>
        <p:nvSpPr>
          <p:cNvPr id="4" name="Operations accent">
            <a:extLst xmlns:a="http://schemas.openxmlformats.org/drawingml/2006/main">
              <a:ext uri="{FF2B5EF4-FFF2-40B4-BE49-F238E27FC236}">
                <a16:creationId xmlns:a16="http://schemas.microsoft.com/office/drawing/2014/main" id="{28E83D5A-EE12-476D-AEE2-1E5FF877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8896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ystems accent">
            <a:extLst xmlns:a="http://schemas.openxmlformats.org/drawingml/2006/main">
              <a:ext uri="{FF2B5EF4-FFF2-40B4-BE49-F238E27FC236}">
                <a16:creationId xmlns:a16="http://schemas.microsoft.com/office/drawing/2014/main" id="{F08EB1BD-F800-458A-B0A3-BB6587E7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8896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84612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0b0c2f0e24f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100"/>
            <a:ext cx="16256000" cy="9067800"/>
          </a:xfrm>
          <a:prstGeom xmlns:a="http://schemas.openxmlformats.org/drawingml/2006/main" prst="rect">
            <a:avLst/>
          </a:prstGeom>
        </p:spPr>
      </p:pic>
      <p:sp>
        <p:nvSpPr>
          <p:cNvPr id="2" name="Design system paper wash">
            <a:extLst xmlns:a="http://schemas.openxmlformats.org/drawingml/2006/main">
              <a:ext uri="{FF2B5EF4-FFF2-40B4-BE49-F238E27FC236}">
                <a16:creationId xmlns:a16="http://schemas.microsoft.com/office/drawing/2014/main" id="{02317E6C-9182-4DE8-BFF5-5F5CF517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32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ditorial hairline frame">
            <a:extLst xmlns:a="http://schemas.openxmlformats.org/drawingml/2006/main">
              <a:ext uri="{FF2B5EF4-FFF2-40B4-BE49-F238E27FC236}">
                <a16:creationId xmlns:a16="http://schemas.microsoft.com/office/drawing/2014/main" id="{4D9D783F-8B38-4B75-86C7-D58B94BE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5913132" cy="880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171C">
                <a:alpha val="42000"/>
              </a:srgbClr>
            </a:solidFill>
            <a:prstDash val="solid"/>
          </a:ln>
        </p:spPr>
      </p:sp>
      <p:sp>
        <p:nvSpPr>
          <p:cNvPr id="4" name="Operations accent">
            <a:extLst xmlns:a="http://schemas.openxmlformats.org/drawingml/2006/main">
              <a:ext uri="{FF2B5EF4-FFF2-40B4-BE49-F238E27FC236}">
                <a16:creationId xmlns:a16="http://schemas.microsoft.com/office/drawing/2014/main" id="{B0496253-7BD7-4034-BA92-AA0E6DDE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8896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ystems accent">
            <a:extLst xmlns:a="http://schemas.openxmlformats.org/drawingml/2006/main">
              <a:ext uri="{FF2B5EF4-FFF2-40B4-BE49-F238E27FC236}">
                <a16:creationId xmlns:a16="http://schemas.microsoft.com/office/drawing/2014/main" id="{E25F2908-BE72-4126-B30D-A4A598F5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8896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244818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3aa75849846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100"/>
            <a:ext cx="16256000" cy="9067800"/>
          </a:xfrm>
          <a:prstGeom xmlns:a="http://schemas.openxmlformats.org/drawingml/2006/main" prst="rect">
            <a:avLst/>
          </a:prstGeom>
        </p:spPr>
      </p:pic>
      <p:sp>
        <p:nvSpPr>
          <p:cNvPr id="2" name="Design system paper wash">
            <a:extLst xmlns:a="http://schemas.openxmlformats.org/drawingml/2006/main">
              <a:ext uri="{FF2B5EF4-FFF2-40B4-BE49-F238E27FC236}">
                <a16:creationId xmlns:a16="http://schemas.microsoft.com/office/drawing/2014/main" id="{EB45ACF4-D4ED-47EB-90E5-27F6EA90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32" cy="9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C">
              <a:alpha val="1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ditorial hairline frame">
            <a:extLst xmlns:a="http://schemas.openxmlformats.org/drawingml/2006/main">
              <a:ext uri="{FF2B5EF4-FFF2-40B4-BE49-F238E27FC236}">
                <a16:creationId xmlns:a16="http://schemas.microsoft.com/office/drawing/2014/main" id="{C5A79FB9-4715-40ED-AF41-FAC93720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5913132" cy="880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4171C">
                <a:alpha val="42000"/>
              </a:srgbClr>
            </a:solidFill>
            <a:prstDash val="solid"/>
          </a:ln>
        </p:spPr>
      </p:sp>
      <p:sp>
        <p:nvSpPr>
          <p:cNvPr id="4" name="Operations accent">
            <a:extLst xmlns:a="http://schemas.openxmlformats.org/drawingml/2006/main">
              <a:ext uri="{FF2B5EF4-FFF2-40B4-BE49-F238E27FC236}">
                <a16:creationId xmlns:a16="http://schemas.microsoft.com/office/drawing/2014/main" id="{DD9C8EB5-DC00-4407-93DF-67BF97AA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8896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A3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ystems accent">
            <a:extLst xmlns:a="http://schemas.openxmlformats.org/drawingml/2006/main">
              <a:ext uri="{FF2B5EF4-FFF2-40B4-BE49-F238E27FC236}">
                <a16:creationId xmlns:a16="http://schemas.microsoft.com/office/drawing/2014/main" id="{F4B7A851-F28E-4098-9C6B-0B57C3A8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0" y="88963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D1C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8613002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2026-07-27T03:17:26.2850000Z</dcterms:created>
  <dcterms:modified xsi:type="dcterms:W3CDTF">2026-07-27T03:17:26.2870000Z</dcterms:modified>
</coreProperties>
</file>